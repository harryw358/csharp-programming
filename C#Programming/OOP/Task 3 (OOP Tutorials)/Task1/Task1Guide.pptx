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>
      <p:cViewPr varScale="1">
        <p:scale>
          <a:sx n="73" d="100"/>
          <a:sy n="73" d="100"/>
        </p:scale>
        <p:origin x="4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6ECE8-154C-484B-8E64-EA562F7C47FC}" type="datetimeFigureOut">
              <a:rPr lang="en-GB" smtClean="0"/>
              <a:t>15/03/2022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0193B-D33D-4F5C-9FE8-63DAC93492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9815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6ECE8-154C-484B-8E64-EA562F7C47FC}" type="datetimeFigureOut">
              <a:rPr lang="en-GB" smtClean="0"/>
              <a:t>15/03/2022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0193B-D33D-4F5C-9FE8-63DAC93492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7532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6ECE8-154C-484B-8E64-EA562F7C47FC}" type="datetimeFigureOut">
              <a:rPr lang="en-GB" smtClean="0"/>
              <a:t>15/03/2022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0193B-D33D-4F5C-9FE8-63DAC93492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8527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6ECE8-154C-484B-8E64-EA562F7C47FC}" type="datetimeFigureOut">
              <a:rPr lang="en-GB" smtClean="0"/>
              <a:t>15/03/2022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0193B-D33D-4F5C-9FE8-63DAC93492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5929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6ECE8-154C-484B-8E64-EA562F7C47FC}" type="datetimeFigureOut">
              <a:rPr lang="en-GB" smtClean="0"/>
              <a:t>15/03/2022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0193B-D33D-4F5C-9FE8-63DAC93492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5459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6ECE8-154C-484B-8E64-EA562F7C47FC}" type="datetimeFigureOut">
              <a:rPr lang="en-GB" smtClean="0"/>
              <a:t>15/03/2022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0193B-D33D-4F5C-9FE8-63DAC93492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1919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6ECE8-154C-484B-8E64-EA562F7C47FC}" type="datetimeFigureOut">
              <a:rPr lang="en-GB" smtClean="0"/>
              <a:t>15/03/2022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0193B-D33D-4F5C-9FE8-63DAC93492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7450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6ECE8-154C-484B-8E64-EA562F7C47FC}" type="datetimeFigureOut">
              <a:rPr lang="en-GB" smtClean="0"/>
              <a:t>15/03/2022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0193B-D33D-4F5C-9FE8-63DAC93492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5261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6ECE8-154C-484B-8E64-EA562F7C47FC}" type="datetimeFigureOut">
              <a:rPr lang="en-GB" smtClean="0"/>
              <a:t>15/03/2022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0193B-D33D-4F5C-9FE8-63DAC93492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3755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6ECE8-154C-484B-8E64-EA562F7C47FC}" type="datetimeFigureOut">
              <a:rPr lang="en-GB" smtClean="0"/>
              <a:t>15/03/2022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0193B-D33D-4F5C-9FE8-63DAC93492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2032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6ECE8-154C-484B-8E64-EA562F7C47FC}" type="datetimeFigureOut">
              <a:rPr lang="en-GB" smtClean="0"/>
              <a:t>15/03/2022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0193B-D33D-4F5C-9FE8-63DAC93492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944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96ECE8-154C-484B-8E64-EA562F7C47FC}" type="datetimeFigureOut">
              <a:rPr lang="en-GB" smtClean="0"/>
              <a:t>15/03/2022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0193B-D33D-4F5C-9FE8-63DAC93492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8241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Bank account program completion order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9316"/>
            <a:ext cx="5667103" cy="4351338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 smtClean="0"/>
              <a:t>Complete the attributes and methods in the account class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 smtClean="0"/>
              <a:t>Complete the </a:t>
            </a:r>
            <a:r>
              <a:rPr lang="en-GB" dirty="0" err="1" smtClean="0"/>
              <a:t>addAccount</a:t>
            </a:r>
            <a:r>
              <a:rPr lang="en-GB" dirty="0" smtClean="0"/>
              <a:t> method in the bank class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 smtClean="0"/>
              <a:t>Complete the login method in the bank class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 smtClean="0"/>
              <a:t>Complete the remaining methods in the bank class</a:t>
            </a:r>
          </a:p>
          <a:p>
            <a:pPr marL="0" indent="0">
              <a:buNone/>
            </a:pPr>
            <a:endParaRPr lang="en-GB" dirty="0" smtClean="0"/>
          </a:p>
          <a:p>
            <a:pPr marL="0" indent="0" algn="ctr">
              <a:buNone/>
            </a:pPr>
            <a:r>
              <a:rPr lang="en-GB" dirty="0" smtClean="0">
                <a:solidFill>
                  <a:srgbClr val="00B050"/>
                </a:solidFill>
              </a:rPr>
              <a:t>**Reminder the </a:t>
            </a:r>
            <a:r>
              <a:rPr lang="en-GB" dirty="0" err="1" smtClean="0">
                <a:solidFill>
                  <a:srgbClr val="00B050"/>
                </a:solidFill>
              </a:rPr>
              <a:t>accountNo</a:t>
            </a:r>
            <a:r>
              <a:rPr lang="en-GB" dirty="0" smtClean="0">
                <a:solidFill>
                  <a:srgbClr val="00B050"/>
                </a:solidFill>
              </a:rPr>
              <a:t> is acting as an index for the associated account object in the accounts list**</a:t>
            </a:r>
            <a:endParaRPr lang="en-GB" dirty="0">
              <a:solidFill>
                <a:srgbClr val="00B05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90688"/>
            <a:ext cx="5826035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410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63E42AA85AB794D8107C90349C0F64D" ma:contentTypeVersion="28" ma:contentTypeDescription="Create a new document." ma:contentTypeScope="" ma:versionID="c1fc52e73cbd146985a27fb0d261b98f">
  <xsd:schema xmlns:xsd="http://www.w3.org/2001/XMLSchema" xmlns:xs="http://www.w3.org/2001/XMLSchema" xmlns:p="http://schemas.microsoft.com/office/2006/metadata/properties" xmlns:ns3="d5e75d44-657a-42ed-b496-e1bd4c83b7f1" xmlns:ns4="cf92ba8f-1d86-40b5-99d8-59a5c08b57c5" targetNamespace="http://schemas.microsoft.com/office/2006/metadata/properties" ma:root="true" ma:fieldsID="caa08b6470c82ec8b23848a8d1a3028e" ns3:_="" ns4:_="">
    <xsd:import namespace="d5e75d44-657a-42ed-b496-e1bd4c83b7f1"/>
    <xsd:import namespace="cf92ba8f-1d86-40b5-99d8-59a5c08b57c5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NotebookType" minOccurs="0"/>
                <xsd:element ref="ns4:FolderType" minOccurs="0"/>
                <xsd:element ref="ns4:Owner" minOccurs="0"/>
                <xsd:element ref="ns4:DefaultSectionNames" minOccurs="0"/>
                <xsd:element ref="ns4:Templates" minOccurs="0"/>
                <xsd:element ref="ns4:CultureName" minOccurs="0"/>
                <xsd:element ref="ns4:AppVersion" minOccurs="0"/>
                <xsd:element ref="ns4:Teachers" minOccurs="0"/>
                <xsd:element ref="ns4:Students" minOccurs="0"/>
                <xsd:element ref="ns4:Student_Groups" minOccurs="0"/>
                <xsd:element ref="ns4:Invited_Teachers" minOccurs="0"/>
                <xsd:element ref="ns4:Invited_Students" minOccurs="0"/>
                <xsd:element ref="ns4:Self_Registration_Enabled" minOccurs="0"/>
                <xsd:element ref="ns4:Has_Teacher_Only_SectionGroup" minOccurs="0"/>
                <xsd:element ref="ns4:Is_Collaboration_Space_Locked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DateTaken" minOccurs="0"/>
                <xsd:element ref="ns4:MediaServiceAutoKeyPoints" minOccurs="0"/>
                <xsd:element ref="ns4:MediaServiceKeyPoints" minOccurs="0"/>
                <xsd:element ref="ns4:MediaServiceGenerationTime" minOccurs="0"/>
                <xsd:element ref="ns4:MediaServiceEventHashCode" minOccurs="0"/>
                <xsd:element ref="ns4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e75d44-657a-42ed-b496-e1bd4c83b7f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92ba8f-1d86-40b5-99d8-59a5c08b57c5" elementFormDefault="qualified">
    <xsd:import namespace="http://schemas.microsoft.com/office/2006/documentManagement/types"/>
    <xsd:import namespace="http://schemas.microsoft.com/office/infopath/2007/PartnerControls"/>
    <xsd:element name="NotebookType" ma:index="11" nillable="true" ma:displayName="Notebook Type" ma:internalName="NotebookType">
      <xsd:simpleType>
        <xsd:restriction base="dms:Text"/>
      </xsd:simpleType>
    </xsd:element>
    <xsd:element name="FolderType" ma:index="12" nillable="true" ma:displayName="Folder Type" ma:internalName="FolderType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efaultSectionNames" ma:index="14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5" nillable="true" ma:displayName="Templates" ma:internalName="Templates">
      <xsd:simpleType>
        <xsd:restriction base="dms:Note">
          <xsd:maxLength value="255"/>
        </xsd:restriction>
      </xsd:simpleType>
    </xsd:element>
    <xsd:element name="CultureName" ma:index="16" nillable="true" ma:displayName="Culture Name" ma:internalName="CultureName">
      <xsd:simpleType>
        <xsd:restriction base="dms:Text"/>
      </xsd:simpleType>
    </xsd:element>
    <xsd:element name="AppVersion" ma:index="17" nillable="true" ma:displayName="App Version" ma:internalName="AppVersion">
      <xsd:simpleType>
        <xsd:restriction base="dms:Text"/>
      </xsd:simpleType>
    </xsd:element>
    <xsd:element name="Teachers" ma:index="18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9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20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Invited_Teachers" ma:index="21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2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3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4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5" nillable="true" ma:displayName="Is Collaboration Space Locked" ma:internalName="Is_Collaboration_Space_Locked">
      <xsd:simpleType>
        <xsd:restriction base="dms:Boolean"/>
      </xsd:simpleType>
    </xsd:element>
    <xsd:element name="MediaServiceMetadata" ma:index="26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27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28" nillable="true" ma:displayName="MediaServiceAutoTags" ma:internalName="MediaServiceAutoTags" ma:readOnly="true">
      <xsd:simpleType>
        <xsd:restriction base="dms:Text"/>
      </xsd:simpleType>
    </xsd:element>
    <xsd:element name="MediaServiceOCR" ma:index="29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3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3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3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FolderType xmlns="cf92ba8f-1d86-40b5-99d8-59a5c08b57c5" xsi:nil="true"/>
    <Teachers xmlns="cf92ba8f-1d86-40b5-99d8-59a5c08b57c5">
      <UserInfo>
        <DisplayName/>
        <AccountId xsi:nil="true"/>
        <AccountType/>
      </UserInfo>
    </Teachers>
    <CultureName xmlns="cf92ba8f-1d86-40b5-99d8-59a5c08b57c5" xsi:nil="true"/>
    <Student_Groups xmlns="cf92ba8f-1d86-40b5-99d8-59a5c08b57c5">
      <UserInfo>
        <DisplayName/>
        <AccountId xsi:nil="true"/>
        <AccountType/>
      </UserInfo>
    </Student_Groups>
    <Invited_Students xmlns="cf92ba8f-1d86-40b5-99d8-59a5c08b57c5" xsi:nil="true"/>
    <Has_Teacher_Only_SectionGroup xmlns="cf92ba8f-1d86-40b5-99d8-59a5c08b57c5" xsi:nil="true"/>
    <Owner xmlns="cf92ba8f-1d86-40b5-99d8-59a5c08b57c5">
      <UserInfo>
        <DisplayName/>
        <AccountId xsi:nil="true"/>
        <AccountType/>
      </UserInfo>
    </Owner>
    <AppVersion xmlns="cf92ba8f-1d86-40b5-99d8-59a5c08b57c5" xsi:nil="true"/>
    <NotebookType xmlns="cf92ba8f-1d86-40b5-99d8-59a5c08b57c5" xsi:nil="true"/>
    <Invited_Teachers xmlns="cf92ba8f-1d86-40b5-99d8-59a5c08b57c5" xsi:nil="true"/>
    <Is_Collaboration_Space_Locked xmlns="cf92ba8f-1d86-40b5-99d8-59a5c08b57c5" xsi:nil="true"/>
    <Templates xmlns="cf92ba8f-1d86-40b5-99d8-59a5c08b57c5" xsi:nil="true"/>
    <Self_Registration_Enabled xmlns="cf92ba8f-1d86-40b5-99d8-59a5c08b57c5" xsi:nil="true"/>
    <Students xmlns="cf92ba8f-1d86-40b5-99d8-59a5c08b57c5">
      <UserInfo>
        <DisplayName/>
        <AccountId xsi:nil="true"/>
        <AccountType/>
      </UserInfo>
    </Students>
    <DefaultSectionNames xmlns="cf92ba8f-1d86-40b5-99d8-59a5c08b57c5" xsi:nil="true"/>
  </documentManagement>
</p:properties>
</file>

<file path=customXml/itemProps1.xml><?xml version="1.0" encoding="utf-8"?>
<ds:datastoreItem xmlns:ds="http://schemas.openxmlformats.org/officeDocument/2006/customXml" ds:itemID="{BAEA6155-BA9E-4D1B-B769-8C4C34E0BB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5e75d44-657a-42ed-b496-e1bd4c83b7f1"/>
    <ds:schemaRef ds:uri="cf92ba8f-1d86-40b5-99d8-59a5c08b57c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E130030-2143-47E1-B979-654BBF608EF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57E9253-7CE3-45D8-8117-280F3B82A01B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cf92ba8f-1d86-40b5-99d8-59a5c08b57c5"/>
    <ds:schemaRef ds:uri="http://schemas.microsoft.com/office/2006/documentManagement/types"/>
    <ds:schemaRef ds:uri="d5e75d44-657a-42ed-b496-e1bd4c83b7f1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57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Bank account program completion order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 Melhuish</dc:creator>
  <cp:lastModifiedBy>Alex Melhuish</cp:lastModifiedBy>
  <cp:revision>3</cp:revision>
  <dcterms:created xsi:type="dcterms:W3CDTF">2022-03-15T09:31:41Z</dcterms:created>
  <dcterms:modified xsi:type="dcterms:W3CDTF">2022-03-15T09:42:31Z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0x010100063E42AA85AB794D8107C90349C0F64D</vt:lpwstr>
  </property>
</Properties>
</file>