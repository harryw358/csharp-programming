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20" autoAdjust="0"/>
    <p:restoredTop sz="85535" autoAdjust="0"/>
  </p:normalViewPr>
  <p:slideViewPr>
    <p:cSldViewPr snapToGrid="0">
      <p:cViewPr varScale="1">
        <p:scale>
          <a:sx n="63" d="100"/>
          <a:sy n="63" d="100"/>
        </p:scale>
        <p:origin x="3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2505A-F9C5-4F3C-8EEC-5DD30843054B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6986-F944-4E38-9937-8877EF3D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88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you do not need to create a constructor yet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6986-F944-4E38-9937-8877EF3D4C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24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B944-E812-40D2-9772-B3C74AFF0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307C2-D4B8-47CC-ABE5-1A6A0A521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46DAA-D15B-481F-90E1-D3A76738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0BA8-A7CA-492D-9589-49DD4144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738C0-66BD-463A-A123-75AF97EAF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10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1D62-DCAE-4A24-831E-5757ED81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CBD0B-18B0-4AEF-9476-8EE93C128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365A1-F574-4654-9168-A4A26C88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2920A-0F4F-4858-AFA8-06E4E205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9C01-AFD9-4BDA-8603-631FC920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01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008E-C4BE-432F-BFAE-DC91406D3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9502D-16D2-40E9-B32A-72C2DF63B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F8D9-5535-4088-A561-B50BF8CB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EDC98-09C6-4BBE-80A8-362EA6A9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F761D-4590-4FA0-9391-8AF2EC77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14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B09B-E883-4861-BB41-FA1AA935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FF42-52F4-4DBD-BC20-1EAEC0C8A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CC44F-C477-46E7-81FA-F10457A6E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840FB-476C-4111-A10F-831B7112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4EDF6-0C4E-4942-9B8C-F9B7E0AE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B2070-1E32-44E8-A4C2-47000316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48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5A7C-FCAB-4918-BF3E-D5AC40D4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A11C1-B35D-4B18-AA57-BFBF9A66E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053A7-CB03-4471-B2C6-D8BDA18FF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5F293-CA38-49E2-B954-D05B595D1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7024C-F2C5-4913-8838-68B0D484E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FE153-7A08-40BF-9EC2-88719F69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E625E-AE25-43BA-B8F1-52F45593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95EEE-33AD-4645-81DB-D8F831E0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72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2667-76CC-49DC-B974-8F9AC530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D25E-79BE-4482-9D03-0C40BD7D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C9F36-B816-4CD0-AA3C-9D09EBE7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E5654-26DA-473A-9AE4-34BD81BD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0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5AAAD-6539-4D59-AF96-96D7EB34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4EEBD-57C7-45BC-A755-A0A93BB2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34C3E-E0C5-41D3-80D4-68CA0345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50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9AE6-A5CA-4E47-B255-46326DDC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8CFD-BB30-4C84-822A-922EECB7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53214-9DB7-4481-9F4F-F6B14E6AE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3C11F-026E-4953-9519-5260D7F4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D10D3-E7E3-4960-BD94-A6CEDEE38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C2B05-40F0-4025-B596-93FAECBD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05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2259-EE59-4189-A5A8-9D135CEF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9B282-1FF9-487D-9DC2-EBC02FCEF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E0823-D7F8-4351-90B6-72A6F63B4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E9D21-D25A-4C06-8AEB-BA72BD9D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F2B8F-6573-44DC-8D06-70C55760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F8B47-9037-4267-8099-C92F912B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87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A586-B1F4-4218-8173-C937D959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BF424-9D6C-448D-884A-92FCF69BC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86DD0-81F1-4960-BE82-C8CCBD60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5594-1378-49AA-8BF7-B227DF88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49D29-3C67-44DA-82CE-8187484F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98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1EE94-EFF2-40C7-BD47-DE83010C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308D9-5B49-4359-AF87-86C9CF5CA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E8CF-8C0A-48EA-846E-BDAF55D22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0D24-BE48-4873-9541-68BE8645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5A3B4-70EC-46EF-8487-BC7DA9DA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4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C56B7-8FDD-4273-98D9-C20CE80B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161F8-585B-4374-9E34-AE2C1685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F621C-E2DF-4489-B911-04A995A8E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0F115-E5F7-408C-8B41-8293CBDBD4B7}" type="datetimeFigureOut">
              <a:rPr lang="en-GB" smtClean="0"/>
              <a:t>14/06/2022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722A-B73E-405B-9787-B806A8360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2FFAE-5933-496A-BE4E-4A2BCA775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E1992-099F-4C42-82B1-055AC71CE3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83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OOP Programming Task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86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4E07-F155-45C6-8F41-708AEFEE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3505" cy="1325563"/>
          </a:xfrm>
        </p:spPr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4A385-C8E7-4374-A78C-D8BE47E3F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1606257"/>
            <a:ext cx="3247696" cy="4258515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Create the following Circle class</a:t>
            </a:r>
          </a:p>
          <a:p>
            <a:r>
              <a:rPr lang="en-GB" dirty="0"/>
              <a:t>Be aware of the difference between declaring functions and variables in Visual Basic</a:t>
            </a:r>
          </a:p>
          <a:p>
            <a:r>
              <a:rPr lang="en-GB" dirty="0"/>
              <a:t>Use </a:t>
            </a:r>
            <a:r>
              <a:rPr lang="en-GB" dirty="0" err="1"/>
              <a:t>Math.Pow</a:t>
            </a:r>
            <a:r>
              <a:rPr lang="en-GB" dirty="0"/>
              <a:t>(variable, power) function instead of ^2</a:t>
            </a:r>
          </a:p>
          <a:p>
            <a:r>
              <a:rPr lang="en-GB" dirty="0"/>
              <a:t>Do not worry that there is no constructor for this class yet!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42342-380B-489E-9B07-8146164448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557"/>
          <a:stretch/>
        </p:blipFill>
        <p:spPr>
          <a:xfrm>
            <a:off x="3990014" y="1223893"/>
            <a:ext cx="8169902" cy="511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1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C41A8-727B-41F5-BB75-0E307EB9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716" y="78581"/>
            <a:ext cx="7580852" cy="6700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07DC01-6782-4AC7-9DC9-6564E98A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1" y="5026443"/>
            <a:ext cx="4350625" cy="65246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3711C9-7F73-407F-9DB6-728E958A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610" y="1466558"/>
            <a:ext cx="2755232" cy="3378158"/>
          </a:xfrm>
        </p:spPr>
        <p:txBody>
          <a:bodyPr>
            <a:normAutofit/>
          </a:bodyPr>
          <a:lstStyle/>
          <a:p>
            <a:r>
              <a:rPr lang="en-GB" dirty="0"/>
              <a:t>Test your program in Main</a:t>
            </a:r>
          </a:p>
          <a:p>
            <a:r>
              <a:rPr lang="en-GB" dirty="0"/>
              <a:t>Note: to format a number to two decimal places see C# code below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44B5CF-1239-4D33-ACB4-509A1D48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3505" cy="1325563"/>
          </a:xfrm>
        </p:spPr>
        <p:txBody>
          <a:bodyPr/>
          <a:lstStyle/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130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AD805-72A6-4050-BDEC-95E6EDDB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55232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Change public status of _Radius to private</a:t>
            </a:r>
          </a:p>
          <a:p>
            <a:r>
              <a:rPr lang="en-GB" dirty="0"/>
              <a:t>Which line of your code is now showing an </a:t>
            </a:r>
            <a:r>
              <a:rPr lang="en-GB" dirty="0" smtClean="0"/>
              <a:t>error message?</a:t>
            </a:r>
            <a:endParaRPr lang="en-GB" dirty="0"/>
          </a:p>
          <a:p>
            <a:r>
              <a:rPr lang="en-GB" dirty="0"/>
              <a:t>Add a public get/set method to the circle class for _</a:t>
            </a:r>
            <a:r>
              <a:rPr lang="en-GB" dirty="0" smtClean="0"/>
              <a:t>Radius </a:t>
            </a:r>
          </a:p>
          <a:p>
            <a:r>
              <a:rPr lang="en-GB" dirty="0" smtClean="0"/>
              <a:t>Run the program again to check the encapsulated class now works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3A1DC-6362-4151-87FB-1BFFC4E62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97" y="0"/>
            <a:ext cx="8409503" cy="47495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151F2E9-3898-4EB9-AB6E-D5C01C21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3505" cy="1325563"/>
          </a:xfrm>
        </p:spPr>
        <p:txBody>
          <a:bodyPr/>
          <a:lstStyle/>
          <a:p>
            <a:r>
              <a:rPr lang="en-GB" dirty="0"/>
              <a:t>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068" y="4001294"/>
            <a:ext cx="3709512" cy="2671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9975700" y="3483134"/>
            <a:ext cx="1325880" cy="1036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HINT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61032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60ED-CE91-497C-9108-BCE54085B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78" y="1337945"/>
            <a:ext cx="4650624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Create a constructor within the circle class which takes an integer parameter for radius and assigns it to private radius variable upon instantiation. (note another difference to C# - use of </a:t>
            </a:r>
            <a:r>
              <a:rPr lang="en-GB" b="1" dirty="0"/>
              <a:t>New</a:t>
            </a:r>
            <a:r>
              <a:rPr lang="en-GB" dirty="0"/>
              <a:t> instead of name of the class()</a:t>
            </a:r>
          </a:p>
          <a:p>
            <a:r>
              <a:rPr lang="en-GB" dirty="0"/>
              <a:t>Test the new constructor from Main with the argument set to </a:t>
            </a:r>
            <a:r>
              <a:rPr lang="en-GB" b="1" dirty="0"/>
              <a:t>5</a:t>
            </a:r>
          </a:p>
          <a:p>
            <a:r>
              <a:rPr lang="en-GB" b="1" dirty="0"/>
              <a:t>You should achieve the same result as the previous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23774-6BF8-4568-9DD0-B43E536C2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69" y="3088443"/>
            <a:ext cx="6753225" cy="34361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A5C369-C7D4-4489-AFA8-BEBDA8E8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382"/>
            <a:ext cx="573505" cy="1325563"/>
          </a:xfrm>
        </p:spPr>
        <p:txBody>
          <a:bodyPr/>
          <a:lstStyle/>
          <a:p>
            <a:r>
              <a:rPr lang="en-GB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05948-BB56-438B-AE0B-FD27ADDA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232" y="1825625"/>
            <a:ext cx="6703962" cy="997388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>
            <a:off x="4853265" y="1825625"/>
            <a:ext cx="430967" cy="997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95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9411-1E14-4C09-A37C-CE7E62DE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F32F-559D-4C7F-88C0-511562749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7337" cy="4351338"/>
          </a:xfrm>
        </p:spPr>
        <p:txBody>
          <a:bodyPr/>
          <a:lstStyle/>
          <a:p>
            <a:r>
              <a:rPr lang="en-GB" dirty="0"/>
              <a:t>Part 2 is implementing inheritance into your program</a:t>
            </a:r>
          </a:p>
          <a:p>
            <a:endParaRPr lang="en-GB" dirty="0"/>
          </a:p>
          <a:p>
            <a:r>
              <a:rPr lang="en-GB" dirty="0"/>
              <a:t>Change the access modifier for _Radius to protected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AF05C-6E19-4862-8B05-B9402377EC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547"/>
          <a:stretch/>
        </p:blipFill>
        <p:spPr>
          <a:xfrm>
            <a:off x="4722793" y="1690687"/>
            <a:ext cx="7469207" cy="365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3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E63C-183C-4F0A-BD8C-57CA2C7F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8862" cy="1325563"/>
          </a:xfrm>
        </p:spPr>
        <p:txBody>
          <a:bodyPr/>
          <a:lstStyle/>
          <a:p>
            <a:r>
              <a:rPr lang="en-GB" dirty="0"/>
              <a:t>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8D86-4416-47BA-8C6B-F24F3A7A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6669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Create a new class called cylinder that inherits from </a:t>
            </a:r>
            <a:r>
              <a:rPr lang="en-GB" dirty="0" smtClean="0"/>
              <a:t>circle, use the properties and methods shown in image.</a:t>
            </a:r>
            <a:endParaRPr lang="en-GB" dirty="0"/>
          </a:p>
          <a:p>
            <a:r>
              <a:rPr lang="en-GB" dirty="0"/>
              <a:t>Create a constructor that initialises _Height to </a:t>
            </a:r>
            <a:r>
              <a:rPr lang="en-GB" b="1" dirty="0" smtClean="0">
                <a:solidFill>
                  <a:srgbClr val="FF0000"/>
                </a:solidFill>
              </a:rPr>
              <a:t>5. </a:t>
            </a:r>
            <a:r>
              <a:rPr lang="en-GB" b="1" dirty="0" smtClean="0"/>
              <a:t>(NOT 0)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 smtClean="0"/>
              <a:t>Hint: </a:t>
            </a:r>
            <a:r>
              <a:rPr lang="en-GB" dirty="0" smtClean="0"/>
              <a:t>Image bottom right corner might give you ideas if you now have an error message !</a:t>
            </a:r>
          </a:p>
          <a:p>
            <a:r>
              <a:rPr lang="en-GB" dirty="0" smtClean="0"/>
              <a:t>You </a:t>
            </a:r>
            <a:r>
              <a:rPr lang="en-GB" b="1" dirty="0" smtClean="0"/>
              <a:t>do not </a:t>
            </a:r>
            <a:r>
              <a:rPr lang="en-GB" dirty="0" smtClean="0"/>
              <a:t>need to add a get/set method for </a:t>
            </a:r>
            <a:r>
              <a:rPr lang="en-GB" b="1" dirty="0" smtClean="0"/>
              <a:t>_Height</a:t>
            </a:r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9C72D8-CC94-4030-B412-A9F2D42D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219" y="100748"/>
            <a:ext cx="6383065" cy="35945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009" y="5166360"/>
            <a:ext cx="6391275" cy="157685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221939" y="100748"/>
            <a:ext cx="1478280" cy="578168"/>
          </a:xfrm>
          <a:prstGeom prst="rightArrow">
            <a:avLst>
              <a:gd name="adj1" fmla="val 50000"/>
              <a:gd name="adj2" fmla="val 442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529840" y="0"/>
            <a:ext cx="1692099" cy="1194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DIFFERENT IN C#</a:t>
            </a:r>
            <a:endParaRPr lang="en-GB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225" y="3695332"/>
            <a:ext cx="2849421" cy="136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7B7A-1597-4120-ABA9-651AD01D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1207" cy="1325563"/>
          </a:xfrm>
        </p:spPr>
        <p:txBody>
          <a:bodyPr/>
          <a:lstStyle/>
          <a:p>
            <a:r>
              <a:rPr lang="en-GB" dirty="0"/>
              <a:t>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0AC3-C222-4127-8B5B-40BB7FF3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70" y="1825625"/>
            <a:ext cx="2432115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Create the following method in the cylinder class</a:t>
            </a:r>
          </a:p>
          <a:p>
            <a:r>
              <a:rPr lang="en-GB" dirty="0"/>
              <a:t>Override the function Area in the circle class</a:t>
            </a:r>
          </a:p>
          <a:p>
            <a:r>
              <a:rPr lang="en-GB" dirty="0"/>
              <a:t>You will </a:t>
            </a:r>
            <a:r>
              <a:rPr lang="en-GB" dirty="0" smtClean="0"/>
              <a:t>need to </a:t>
            </a:r>
            <a:r>
              <a:rPr lang="en-GB" dirty="0"/>
              <a:t>use two C# command </a:t>
            </a:r>
            <a:r>
              <a:rPr lang="en-GB" dirty="0" smtClean="0"/>
              <a:t>words </a:t>
            </a:r>
            <a:r>
              <a:rPr lang="en-GB" dirty="0"/>
              <a:t>to do </a:t>
            </a:r>
            <a:r>
              <a:rPr lang="en-GB" dirty="0" smtClean="0"/>
              <a:t>this (virtual &amp; override)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213F1-99BE-4809-9F3C-365ACA6B0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66" y="1825625"/>
            <a:ext cx="8848777" cy="193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7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57F5-BC4F-4A21-ABA3-B63A2C44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570A-36A6-42E6-9E53-DCA6ED2C4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7" y="1825625"/>
            <a:ext cx="2598682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Update main method as follows;</a:t>
            </a:r>
          </a:p>
          <a:p>
            <a:r>
              <a:rPr lang="en-GB" dirty="0" smtClean="0"/>
              <a:t>Create a new instance of a cylinder called </a:t>
            </a:r>
            <a:r>
              <a:rPr lang="en-GB" b="1" dirty="0" err="1" smtClean="0"/>
              <a:t>MyCylinder</a:t>
            </a:r>
            <a:r>
              <a:rPr lang="en-GB" b="1" dirty="0"/>
              <a:t> </a:t>
            </a:r>
            <a:r>
              <a:rPr lang="en-GB" b="1" dirty="0" smtClean="0"/>
              <a:t>– </a:t>
            </a:r>
            <a:r>
              <a:rPr lang="en-GB" dirty="0" smtClean="0"/>
              <a:t>use</a:t>
            </a:r>
            <a:r>
              <a:rPr lang="en-GB" b="1" dirty="0" smtClean="0"/>
              <a:t> ‘3’</a:t>
            </a:r>
            <a:r>
              <a:rPr lang="en-GB" dirty="0" smtClean="0"/>
              <a:t> as the value for the radius.</a:t>
            </a:r>
          </a:p>
          <a:p>
            <a:r>
              <a:rPr lang="en-GB" dirty="0" smtClean="0"/>
              <a:t> Output to the console the area of the cylinder (see orange highlight)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5256F-D66D-4E8E-A520-9BFCDDB918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024"/>
          <a:stretch/>
        </p:blipFill>
        <p:spPr>
          <a:xfrm rot="16200000">
            <a:off x="6291443" y="-1109844"/>
            <a:ext cx="2428514" cy="9372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68040" y="3154680"/>
            <a:ext cx="7498080" cy="846614"/>
          </a:xfrm>
          <a:prstGeom prst="rect">
            <a:avLst/>
          </a:prstGeom>
          <a:solidFill>
            <a:schemeClr val="accent1">
              <a:alpha val="16000"/>
            </a:scheme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4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11074-E6C3-485E-AD3F-4B7A4A5C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09495" cy="1325563"/>
          </a:xfrm>
        </p:spPr>
        <p:txBody>
          <a:bodyPr/>
          <a:lstStyle/>
          <a:p>
            <a:r>
              <a:rPr lang="en-GB" dirty="0"/>
              <a:t>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29F9E-6E07-4F1C-9256-901A981CA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53" y="1690688"/>
            <a:ext cx="2316480" cy="4351338"/>
          </a:xfrm>
        </p:spPr>
        <p:txBody>
          <a:bodyPr/>
          <a:lstStyle/>
          <a:p>
            <a:r>
              <a:rPr lang="en-GB" dirty="0"/>
              <a:t>How did you do</a:t>
            </a:r>
            <a:r>
              <a:rPr lang="en-GB" dirty="0" smtClean="0"/>
              <a:t>??</a:t>
            </a:r>
          </a:p>
          <a:p>
            <a:endParaRPr lang="en-GB" dirty="0"/>
          </a:p>
          <a:p>
            <a:r>
              <a:rPr lang="en-GB" dirty="0" smtClean="0"/>
              <a:t>Ask the teacher to verify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0956A-EC90-4892-9787-163019423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24"/>
          <a:stretch/>
        </p:blipFill>
        <p:spPr>
          <a:xfrm>
            <a:off x="3287205" y="1605741"/>
            <a:ext cx="8740642" cy="290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4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90688"/>
            <a:ext cx="573024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Favour composition over </a:t>
            </a:r>
            <a:r>
              <a:rPr lang="en-GB" dirty="0" smtClean="0"/>
              <a:t>inheritance</a:t>
            </a:r>
          </a:p>
          <a:p>
            <a:endParaRPr lang="en-GB" dirty="0"/>
          </a:p>
          <a:p>
            <a:r>
              <a:rPr lang="en-GB" dirty="0" smtClean="0"/>
              <a:t>Modify your cylinder program removing the inheritance you implemented</a:t>
            </a:r>
          </a:p>
          <a:p>
            <a:endParaRPr lang="en-GB" dirty="0"/>
          </a:p>
          <a:p>
            <a:r>
              <a:rPr lang="en-GB" dirty="0" smtClean="0"/>
              <a:t>Implement a composition relationship</a:t>
            </a:r>
          </a:p>
          <a:p>
            <a:pPr lvl="1"/>
            <a:r>
              <a:rPr lang="en-GB" dirty="0" smtClean="0"/>
              <a:t>Which class acts as the containing class?</a:t>
            </a:r>
          </a:p>
          <a:p>
            <a:endParaRPr lang="en-GB" dirty="0"/>
          </a:p>
          <a:p>
            <a:r>
              <a:rPr lang="en-GB" dirty="0" smtClean="0"/>
              <a:t>Reproduce the same screen shot as task slide 9</a:t>
            </a:r>
          </a:p>
          <a:p>
            <a:endParaRPr lang="en-GB" dirty="0"/>
          </a:p>
          <a:p>
            <a:r>
              <a:rPr lang="en-GB" dirty="0" smtClean="0"/>
              <a:t>Ask teacher to verify completion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74" y="1383982"/>
            <a:ext cx="4657725" cy="42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5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55E7F1BE31564690CC918F16C71C4E" ma:contentTypeVersion="7" ma:contentTypeDescription="Create a new document." ma:contentTypeScope="" ma:versionID="06966612f81e9d4ae9a26cb4bc4f858a">
  <xsd:schema xmlns:xsd="http://www.w3.org/2001/XMLSchema" xmlns:xs="http://www.w3.org/2001/XMLSchema" xmlns:p="http://schemas.microsoft.com/office/2006/metadata/properties" xmlns:ns2="f6627ec5-5446-439d-8ed6-8841e7a85a23" xmlns:ns3="6a93d40f-31f0-4813-a60a-243a315d704b" targetNamespace="http://schemas.microsoft.com/office/2006/metadata/properties" ma:root="true" ma:fieldsID="c056cb0ac9c788d8a06be57438993a9e" ns2:_="" ns3:_="">
    <xsd:import namespace="f6627ec5-5446-439d-8ed6-8841e7a85a23"/>
    <xsd:import namespace="6a93d40f-31f0-4813-a60a-243a315d70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27ec5-5446-439d-8ed6-8841e7a85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93d40f-31f0-4813-a60a-243a315d704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DDF654-DFC7-40B3-827D-A29051894976}"/>
</file>

<file path=customXml/itemProps2.xml><?xml version="1.0" encoding="utf-8"?>
<ds:datastoreItem xmlns:ds="http://schemas.openxmlformats.org/officeDocument/2006/customXml" ds:itemID="{A94566BA-E660-481A-BBFE-B2969BE6FA21}"/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404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OOP Programming Task</vt:lpstr>
      <vt:lpstr>1</vt:lpstr>
      <vt:lpstr>2</vt:lpstr>
      <vt:lpstr>3</vt:lpstr>
      <vt:lpstr>4</vt:lpstr>
      <vt:lpstr>5</vt:lpstr>
      <vt:lpstr>6</vt:lpstr>
      <vt:lpstr>7</vt:lpstr>
      <vt:lpstr>8</vt:lpstr>
      <vt:lpstr>9</vt:lpstr>
      <vt:lpstr>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Melhuish</dc:creator>
  <cp:lastModifiedBy>Alex Melhuish</cp:lastModifiedBy>
  <cp:revision>25</cp:revision>
  <dcterms:created xsi:type="dcterms:W3CDTF">2019-10-20T13:12:48Z</dcterms:created>
  <dcterms:modified xsi:type="dcterms:W3CDTF">2022-06-14T11:22:43Z</dcterms:modified>
</cp:coreProperties>
</file>