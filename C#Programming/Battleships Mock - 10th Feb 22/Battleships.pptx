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13"/>
  </p:notesMasterIdLst>
  <p:sldIdLst>
    <p:sldId id="256" r:id="rId5"/>
    <p:sldId id="257" r:id="rId6"/>
    <p:sldId id="258" r:id="rId7"/>
    <p:sldId id="259" r:id="rId8"/>
    <p:sldId id="260" r:id="rId9"/>
    <p:sldId id="264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092EB2-8F33-4727-80B8-D2E12CAA525E}" type="datetimeFigureOut">
              <a:rPr lang="en-GB" smtClean="0"/>
              <a:t>07/02/2022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A55430-2E7D-4784-8562-8F4D9F16D0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2799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Simplified development  - Easier to focus on writing algorithms to small problems</a:t>
            </a:r>
          </a:p>
          <a:p>
            <a:r>
              <a:rPr lang="en-GB" dirty="0"/>
              <a:t>                                        - focus on code reuse avoid duplication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08B207-17FB-45F5-9090-2F919AED6104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3709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E10DC-E2B3-4070-ACAF-4306ED3343E2}" type="datetimeFigureOut">
              <a:rPr lang="en-GB" smtClean="0"/>
              <a:t>07/02/2022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389D7-147A-44DB-B511-B62C79A14F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5196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E10DC-E2B3-4070-ACAF-4306ED3343E2}" type="datetimeFigureOut">
              <a:rPr lang="en-GB" smtClean="0"/>
              <a:t>07/02/2022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389D7-147A-44DB-B511-B62C79A14F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9573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E10DC-E2B3-4070-ACAF-4306ED3343E2}" type="datetimeFigureOut">
              <a:rPr lang="en-GB" smtClean="0"/>
              <a:t>07/02/2022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389D7-147A-44DB-B511-B62C79A14F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7274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E10DC-E2B3-4070-ACAF-4306ED3343E2}" type="datetimeFigureOut">
              <a:rPr lang="en-GB" smtClean="0"/>
              <a:t>07/02/2022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389D7-147A-44DB-B511-B62C79A14F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2402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E10DC-E2B3-4070-ACAF-4306ED3343E2}" type="datetimeFigureOut">
              <a:rPr lang="en-GB" smtClean="0"/>
              <a:t>07/02/2022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389D7-147A-44DB-B511-B62C79A14F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5785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E10DC-E2B3-4070-ACAF-4306ED3343E2}" type="datetimeFigureOut">
              <a:rPr lang="en-GB" smtClean="0"/>
              <a:t>07/02/2022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389D7-147A-44DB-B511-B62C79A14F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3497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E10DC-E2B3-4070-ACAF-4306ED3343E2}" type="datetimeFigureOut">
              <a:rPr lang="en-GB" smtClean="0"/>
              <a:t>07/02/2022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389D7-147A-44DB-B511-B62C79A14F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7442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E10DC-E2B3-4070-ACAF-4306ED3343E2}" type="datetimeFigureOut">
              <a:rPr lang="en-GB" smtClean="0"/>
              <a:t>07/02/2022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389D7-147A-44DB-B511-B62C79A14F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1104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E10DC-E2B3-4070-ACAF-4306ED3343E2}" type="datetimeFigureOut">
              <a:rPr lang="en-GB" smtClean="0"/>
              <a:t>07/02/2022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389D7-147A-44DB-B511-B62C79A14F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9173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E10DC-E2B3-4070-ACAF-4306ED3343E2}" type="datetimeFigureOut">
              <a:rPr lang="en-GB" smtClean="0"/>
              <a:t>07/02/2022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389D7-147A-44DB-B511-B62C79A14F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5838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E10DC-E2B3-4070-ACAF-4306ED3343E2}" type="datetimeFigureOut">
              <a:rPr lang="en-GB" smtClean="0"/>
              <a:t>07/02/2022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389D7-147A-44DB-B511-B62C79A14F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6331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5E10DC-E2B3-4070-ACAF-4306ED3343E2}" type="datetimeFigureOut">
              <a:rPr lang="en-GB" smtClean="0"/>
              <a:t>07/02/2022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2389D7-147A-44DB-B511-B62C79A14F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53132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20020-DF75-4103-917F-BBDEDE9A7E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Battleships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5D7C33-8235-45EB-BF6D-37F260673C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BY Alex Melhuish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A49826-8253-44FA-BA42-148009AE3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1112"/>
            <a:ext cx="12249797" cy="6846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511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52CBC34-FCE7-4D4C-96C8-4A55882AF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412" y="0"/>
            <a:ext cx="8728264" cy="6845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981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3883EC5-60A5-44B8-946A-490AF119C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6149"/>
            <a:ext cx="12195072" cy="470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915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5C6265-8F87-4FE6-818F-5F3D68CE4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0" y="0"/>
            <a:ext cx="8730095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144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156B04-1AC1-4321-B665-9154A4996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7612" y="0"/>
            <a:ext cx="64416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217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C89F4-120C-48A7-A019-374B93D3A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95701"/>
            <a:ext cx="10515600" cy="1325563"/>
          </a:xfrm>
        </p:spPr>
        <p:txBody>
          <a:bodyPr/>
          <a:lstStyle/>
          <a:p>
            <a:r>
              <a:rPr lang="en-GB" dirty="0"/>
              <a:t>Create a hierarchy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5C016-4D5F-43C7-9B3C-488AD5754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67050"/>
            <a:ext cx="4114584" cy="3880773"/>
          </a:xfrm>
        </p:spPr>
        <p:txBody>
          <a:bodyPr>
            <a:normAutofit/>
          </a:bodyPr>
          <a:lstStyle/>
          <a:p>
            <a:r>
              <a:rPr lang="en-GB" dirty="0"/>
              <a:t>Create a hierarchy chart</a:t>
            </a:r>
          </a:p>
          <a:p>
            <a:endParaRPr lang="en-GB" dirty="0"/>
          </a:p>
          <a:p>
            <a:r>
              <a:rPr lang="en-GB" dirty="0"/>
              <a:t>Run the program and configure the training game text file</a:t>
            </a:r>
          </a:p>
          <a:p>
            <a:endParaRPr lang="en-GB" dirty="0"/>
          </a:p>
          <a:p>
            <a:r>
              <a:rPr lang="en-GB" dirty="0"/>
              <a:t>Issues/problems that you spot in the game?</a:t>
            </a:r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F46495-89ED-45E3-99EB-3638A02DF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918" y="1475479"/>
            <a:ext cx="7402040" cy="4627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774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3CEDA-9CA1-42C9-8117-6165D4B19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2675"/>
          </a:xfrm>
        </p:spPr>
        <p:txBody>
          <a:bodyPr/>
          <a:lstStyle/>
          <a:p>
            <a:r>
              <a:rPr lang="en-GB" b="1" dirty="0"/>
              <a:t>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90452-C479-454C-8475-98A0C1871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90688"/>
            <a:ext cx="11353800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1	</a:t>
            </a:r>
            <a:r>
              <a:rPr lang="en-US" dirty="0">
                <a:solidFill>
                  <a:srgbClr val="92D050"/>
                </a:solidFill>
              </a:rPr>
              <a:t>Checking to see if you're off the board - If the player enters over 9 or under 0 it will crash the game.</a:t>
            </a:r>
          </a:p>
          <a:p>
            <a:pPr marL="0" indent="0">
              <a:buNone/>
            </a:pPr>
            <a:r>
              <a:rPr lang="en-US" dirty="0"/>
              <a:t>2	Add a feature which tells the player the type of warship they hit.</a:t>
            </a:r>
          </a:p>
          <a:p>
            <a:pPr marL="0" indent="0">
              <a:buNone/>
            </a:pPr>
            <a:r>
              <a:rPr lang="en-US" dirty="0"/>
              <a:t>3	</a:t>
            </a:r>
            <a:r>
              <a:rPr lang="en-US" dirty="0">
                <a:solidFill>
                  <a:srgbClr val="92D050"/>
                </a:solidFill>
              </a:rPr>
              <a:t>No error checking for erroneous inputs - if a string is entered the program crashes!</a:t>
            </a:r>
          </a:p>
          <a:p>
            <a:pPr marL="0" indent="0">
              <a:buNone/>
            </a:pPr>
            <a:r>
              <a:rPr lang="en-US" dirty="0"/>
              <a:t>4	Save Game File - The player is unable to save an unfinished game.</a:t>
            </a:r>
          </a:p>
          <a:p>
            <a:pPr marL="0" indent="0">
              <a:buNone/>
            </a:pPr>
            <a:r>
              <a:rPr lang="en-US" dirty="0"/>
              <a:t>5	How would the game be extended to use a bigger board?</a:t>
            </a:r>
          </a:p>
          <a:p>
            <a:pPr marL="0" indent="0">
              <a:buNone/>
            </a:pPr>
            <a:r>
              <a:rPr lang="en-US" dirty="0"/>
              <a:t>6	How could the game be changed to add another ship?</a:t>
            </a:r>
          </a:p>
          <a:p>
            <a:pPr marL="0" indent="0">
              <a:buNone/>
            </a:pPr>
            <a:r>
              <a:rPr lang="en-US" dirty="0"/>
              <a:t>7	</a:t>
            </a:r>
            <a:r>
              <a:rPr lang="en-US" dirty="0">
                <a:solidFill>
                  <a:srgbClr val="92D050"/>
                </a:solidFill>
              </a:rPr>
              <a:t>Game crashes at the main menu if a string is entered or if the menu option does not exist.</a:t>
            </a:r>
          </a:p>
          <a:p>
            <a:pPr marL="0" indent="0">
              <a:buNone/>
            </a:pPr>
            <a:r>
              <a:rPr lang="en-US" dirty="0"/>
              <a:t>8	</a:t>
            </a:r>
            <a:r>
              <a:rPr lang="en-US" dirty="0">
                <a:solidFill>
                  <a:srgbClr val="92D050"/>
                </a:solidFill>
              </a:rPr>
              <a:t>On menu you can enter any number. But it crashes when you enter a letter.</a:t>
            </a:r>
          </a:p>
          <a:p>
            <a:pPr marL="0" indent="0">
              <a:buNone/>
            </a:pPr>
            <a:r>
              <a:rPr lang="en-US" dirty="0"/>
              <a:t>9	</a:t>
            </a:r>
            <a:r>
              <a:rPr lang="en-US" dirty="0">
                <a:solidFill>
                  <a:srgbClr val="92D050"/>
                </a:solidFill>
              </a:rPr>
              <a:t>Limit the number of moves for the player to use.</a:t>
            </a:r>
          </a:p>
          <a:p>
            <a:pPr marL="0" indent="0">
              <a:buNone/>
            </a:pPr>
            <a:r>
              <a:rPr lang="en-US" dirty="0">
                <a:solidFill>
                  <a:srgbClr val="92D050"/>
                </a:solidFill>
              </a:rPr>
              <a:t>10	No score is given (tell user how many moves they took to win).</a:t>
            </a:r>
          </a:p>
          <a:p>
            <a:pPr marL="0" indent="0">
              <a:buNone/>
            </a:pPr>
            <a:r>
              <a:rPr lang="en-US" dirty="0"/>
              <a:t>11	</a:t>
            </a:r>
            <a:r>
              <a:rPr lang="en-US" dirty="0">
                <a:solidFill>
                  <a:srgbClr val="92D050"/>
                </a:solidFill>
              </a:rPr>
              <a:t>Crashes if no input on column or row: (possibly use a try catch statement).</a:t>
            </a:r>
          </a:p>
          <a:p>
            <a:pPr marL="0" indent="0">
              <a:buNone/>
            </a:pPr>
            <a:r>
              <a:rPr lang="en-US" dirty="0"/>
              <a:t>12	Add multiple ships of the same type in one game.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BCA3A2-ADA5-4A4A-872E-04D71D0750A0}"/>
              </a:ext>
            </a:extLst>
          </p:cNvPr>
          <p:cNvSpPr txBox="1"/>
          <p:nvPr/>
        </p:nvSpPr>
        <p:spPr>
          <a:xfrm>
            <a:off x="9964396" y="8546"/>
            <a:ext cx="33584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92D050"/>
                </a:solidFill>
              </a:rPr>
              <a:t>Completed tasks</a:t>
            </a:r>
          </a:p>
          <a:p>
            <a:r>
              <a:rPr lang="en-GB" dirty="0">
                <a:solidFill>
                  <a:srgbClr val="FF0000"/>
                </a:solidFill>
              </a:rPr>
              <a:t>Tasks in progress</a:t>
            </a:r>
          </a:p>
          <a:p>
            <a:r>
              <a:rPr lang="en-GB" dirty="0"/>
              <a:t>Task not started yet</a:t>
            </a:r>
          </a:p>
        </p:txBody>
      </p:sp>
    </p:spTree>
    <p:extLst>
      <p:ext uri="{BB962C8B-B14F-4D97-AF65-F5344CB8AC3E}">
        <p14:creationId xmlns:p14="http://schemas.microsoft.com/office/powerpoint/2010/main" val="2208364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18F7E-7D05-44E1-A178-661F6C525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125" y="165100"/>
            <a:ext cx="10515600" cy="1325563"/>
          </a:xfrm>
        </p:spPr>
        <p:txBody>
          <a:bodyPr/>
          <a:lstStyle/>
          <a:p>
            <a:r>
              <a:rPr lang="en-GB" b="1" dirty="0"/>
              <a:t>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49404-DAC1-461C-AEA1-8F62D66B1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1400175"/>
            <a:ext cx="10782300" cy="50927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3600" dirty="0"/>
              <a:t>13	Validate Position of Shot</a:t>
            </a:r>
          </a:p>
          <a:p>
            <a:pPr marL="0" indent="0">
              <a:buNone/>
            </a:pPr>
            <a:r>
              <a:rPr lang="en-US" sz="3600" dirty="0"/>
              <a:t>14	Add a multiplayer option (another person or the computer).</a:t>
            </a:r>
          </a:p>
          <a:p>
            <a:pPr marL="0" indent="0">
              <a:buNone/>
            </a:pPr>
            <a:r>
              <a:rPr lang="en-US" sz="3600" dirty="0"/>
              <a:t>15	Add a message for destroying warships (can be coded in a similar way to </a:t>
            </a:r>
            <a:r>
              <a:rPr lang="en-US" sz="3600" dirty="0" err="1"/>
              <a:t>CheckWin</a:t>
            </a:r>
            <a:r>
              <a:rPr lang="en-US" sz="3600" dirty="0"/>
              <a:t> (Board)).</a:t>
            </a:r>
          </a:p>
          <a:p>
            <a:pPr marL="0" indent="0">
              <a:buNone/>
            </a:pPr>
            <a:r>
              <a:rPr lang="en-US" sz="3600" dirty="0"/>
              <a:t>16	Bonus special missile when you sink a ship (such as one with a larger range). (unnecessary)</a:t>
            </a:r>
          </a:p>
          <a:p>
            <a:pPr marL="0" indent="0">
              <a:buNone/>
            </a:pPr>
            <a:r>
              <a:rPr lang="en-US" sz="3600" dirty="0"/>
              <a:t>17	Could ask for leaderboard. (very unlikely)</a:t>
            </a:r>
          </a:p>
          <a:p>
            <a:pPr marL="0" indent="0">
              <a:buNone/>
            </a:pPr>
            <a:r>
              <a:rPr lang="en-US" sz="3600" dirty="0"/>
              <a:t>18	Randomize ship positions</a:t>
            </a:r>
          </a:p>
          <a:p>
            <a:pPr marL="742950" indent="-742950">
              <a:buAutoNum type="arabicPlain" startAt="19"/>
            </a:pPr>
            <a:r>
              <a:rPr lang="en-US" sz="3600" dirty="0"/>
              <a:t>   </a:t>
            </a:r>
            <a:r>
              <a:rPr lang="en-US" sz="3600" dirty="0">
                <a:solidFill>
                  <a:srgbClr val="92D050"/>
                </a:solidFill>
              </a:rPr>
              <a:t>Allow the player to fire a salvo (i.e. simultaneously enter coordinates for three shots and then</a:t>
            </a:r>
          </a:p>
          <a:p>
            <a:pPr marL="0" indent="0">
              <a:buNone/>
            </a:pPr>
            <a:r>
              <a:rPr lang="en-US" sz="3600" dirty="0">
                <a:solidFill>
                  <a:srgbClr val="92D050"/>
                </a:solidFill>
              </a:rPr>
              <a:t>                  make the move)</a:t>
            </a:r>
          </a:p>
          <a:p>
            <a:pPr marL="0" indent="0">
              <a:buNone/>
            </a:pPr>
            <a:r>
              <a:rPr lang="en-US" sz="3600" dirty="0"/>
              <a:t>20	</a:t>
            </a:r>
            <a:r>
              <a:rPr lang="en-US" sz="3600" dirty="0">
                <a:solidFill>
                  <a:srgbClr val="92D050"/>
                </a:solidFill>
              </a:rPr>
              <a:t>Don't subtract a move when a coordinate has been re-entered.</a:t>
            </a:r>
          </a:p>
          <a:p>
            <a:pPr marL="0" indent="0">
              <a:buNone/>
            </a:pPr>
            <a:r>
              <a:rPr lang="en-US" sz="3600" dirty="0"/>
              <a:t>21	Allow user to enter their own ships on the board</a:t>
            </a:r>
          </a:p>
          <a:p>
            <a:pPr marL="0" indent="0">
              <a:buNone/>
            </a:pPr>
            <a:r>
              <a:rPr lang="en-US" sz="3600" dirty="0"/>
              <a:t>22	Load Text File</a:t>
            </a:r>
          </a:p>
          <a:p>
            <a:pPr marL="0" indent="0">
              <a:buNone/>
            </a:pPr>
            <a:r>
              <a:rPr lang="en-US" sz="3600" dirty="0"/>
              <a:t>23	Allow diagonal placement of ships</a:t>
            </a:r>
          </a:p>
          <a:p>
            <a:pPr marL="0" indent="0">
              <a:buNone/>
            </a:pPr>
            <a:r>
              <a:rPr lang="en-US" sz="3600" dirty="0"/>
              <a:t>24	Allow user to enter two-digit co-ordinates, so 35 instead of 3 then 5</a:t>
            </a:r>
          </a:p>
          <a:p>
            <a:pPr marL="0" indent="0">
              <a:buNone/>
            </a:pPr>
            <a:r>
              <a:rPr lang="en-US" sz="3600" dirty="0"/>
              <a:t>25	If a miss, scan one element near the miss to see if a ship is present</a:t>
            </a:r>
          </a:p>
          <a:p>
            <a:pPr marL="0" indent="0">
              <a:buNone/>
            </a:pPr>
            <a:r>
              <a:rPr lang="en-US" sz="3600" dirty="0"/>
              <a:t>26	Performing Run-length Encoding on the 'Board', possibly useful when saving the game.</a:t>
            </a:r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C04B7E-C7C1-4CF5-8F72-4BD06DC8897E}"/>
              </a:ext>
            </a:extLst>
          </p:cNvPr>
          <p:cNvSpPr txBox="1"/>
          <p:nvPr/>
        </p:nvSpPr>
        <p:spPr>
          <a:xfrm>
            <a:off x="9964396" y="8546"/>
            <a:ext cx="33584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92D050"/>
                </a:solidFill>
              </a:rPr>
              <a:t>Completed tasks</a:t>
            </a:r>
          </a:p>
          <a:p>
            <a:r>
              <a:rPr lang="en-GB" dirty="0">
                <a:solidFill>
                  <a:srgbClr val="FF0000"/>
                </a:solidFill>
              </a:rPr>
              <a:t>Tasks in progress</a:t>
            </a:r>
          </a:p>
          <a:p>
            <a:r>
              <a:rPr lang="en-GB" dirty="0"/>
              <a:t>Task not started yet</a:t>
            </a:r>
          </a:p>
        </p:txBody>
      </p:sp>
    </p:spTree>
    <p:extLst>
      <p:ext uri="{BB962C8B-B14F-4D97-AF65-F5344CB8AC3E}">
        <p14:creationId xmlns:p14="http://schemas.microsoft.com/office/powerpoint/2010/main" val="1099354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92E8EDAFAB9E4D9A300332B772FC6B" ma:contentTypeVersion="2" ma:contentTypeDescription="Create a new document." ma:contentTypeScope="" ma:versionID="af94bf0481539f64827708403ad0c69d">
  <xsd:schema xmlns:xsd="http://www.w3.org/2001/XMLSchema" xmlns:xs="http://www.w3.org/2001/XMLSchema" xmlns:p="http://schemas.microsoft.com/office/2006/metadata/properties" xmlns:ns2="9b108d65-9ecb-40e3-88fb-d8a6882594a2" targetNamespace="http://schemas.microsoft.com/office/2006/metadata/properties" ma:root="true" ma:fieldsID="aaaf9d7b78cc6d748393de8281a88232" ns2:_="">
    <xsd:import namespace="9b108d65-9ecb-40e3-88fb-d8a6882594a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108d65-9ecb-40e3-88fb-d8a6882594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F124E3B-B4FE-4F40-A67B-250056FA993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3A76140-4FBC-4BB3-BBD5-C72DC653584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b108d65-9ecb-40e3-88fb-d8a6882594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7885164-1C45-4FBB-9FA4-CACFB4CEE92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343</TotalTime>
  <Words>472</Words>
  <Application>Microsoft Office PowerPoint</Application>
  <PresentationFormat>Widescreen</PresentationFormat>
  <Paragraphs>47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Battleships </vt:lpstr>
      <vt:lpstr>PowerPoint Presentation</vt:lpstr>
      <vt:lpstr>PowerPoint Presentation</vt:lpstr>
      <vt:lpstr>PowerPoint Presentation</vt:lpstr>
      <vt:lpstr>PowerPoint Presentation</vt:lpstr>
      <vt:lpstr>Create a hierarchy chart</vt:lpstr>
      <vt:lpstr>Tasks</vt:lpstr>
      <vt:lpstr>Tasks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Battleships </dc:title>
  <dc:creator>Alex Melhuish</dc:creator>
  <cp:lastModifiedBy>Harry Wray</cp:lastModifiedBy>
  <cp:revision>10</cp:revision>
  <dcterms:created xsi:type="dcterms:W3CDTF">2019-02-02T20:46:20Z</dcterms:created>
  <dcterms:modified xsi:type="dcterms:W3CDTF">2022-02-07T10:42:52Z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0x0101006E92E8EDAFAB9E4D9A300332B772FC6B</vt:lpwstr>
  </property>
</Properties>
</file>